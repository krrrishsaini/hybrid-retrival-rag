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82C"/>
                </a:solidFill>
                <a:latin typeface="Calibri"/>
              </a:rPr>
              <a:t>NATURAL LANGUAGE PROCESSING · COURSE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Chat with Policy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FDCEA"/>
                </a:solidFill>
                <a:latin typeface="Calibri"/>
              </a:rPr>
              <a:t>Domain-Specific Question Answering on Indian Policy Corpora using Hybrid Retrieval and a Custom Decoder-Only 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Krish Saini  ·  230708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FDCEA"/>
                </a:solidFill>
                <a:latin typeface="Calibri"/>
              </a:rPr>
              <a:t>Mentor: Dr. Atul Mishra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FDCEA"/>
                </a:solidFill>
                <a:latin typeface="Calibri"/>
              </a:rPr>
              <a:t>BML Munjal University  ·  School of Engineering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Why build a domain-specific QA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57784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23774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The Pain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Government policy documents (NEP 2020, DPDP Act, IT Rules, RBI circulars) are long, dense, and scattered across PDFs. Citizens, students, and analysts spend hours searching for a single clause.
General-purpose LLMs hallucinate on niche legal/regulatory content and cannot cite source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91440" cy="23774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A lightweight, grounded QA system that:
•  Retrieves the most relevant passages from a policy corpus
•  Generates an answer strictly from retrieved context
•  Cites the exact chunk for every answer
•  Runs fully offline on a laptop (CPU-friendly)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338560" cy="2468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91440" cy="246888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Why This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•  Real-world NLP: combines Information Retrieval + Generative NLP in one pipeline
•  Trust through citations: every answer is traceable to the source document
•  Extensible: BYO-PDF feature lets users query any uploaded document
•  Educational: full stack built from scratch — BPE tokenizer, Transformer LM, BM25, dense embeddings, hybrid fusion, cross-encoder reranking, FastAPI backend, web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NLP Concepts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One project — seven sub-fields of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Tokenization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Byte-Pair Encoding (BPE) trained from scratch on 5,182 subword vocab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Language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Custom 20M-parameter decoder-only Transformer (PyTorch, causal self-attention)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1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11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Information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6771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BM25 (sparse lexical) + Dense embeddings (MiniLM) fused via convex combination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93391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Semantic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6771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sentence-transformers/all-MiniLM-L6-v2 → 384-dim vectors, cosine similarity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06624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724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Re-ranking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9809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Cross-encoder (ms-marco-MiniLM-L-6-v2) scores query–passage pairs jointly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06624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724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809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Retrieval-Augmented Generation: ground the LM on retrieved evidence → citations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19856"/>
            <a:ext cx="274320" cy="5943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438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941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F2B"/>
                </a:solidFill>
                <a:latin typeface="Calibri"/>
              </a:rPr>
              <a:t>Recall@k, MRR@10, nDCG@10 on 597 curated QA pairs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Where this architecture is deployed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Legal &amp;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Clause lookup across acts, bills, circulars. Trusted by law firms, compliance teams, policy analysts.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91440" cy="22860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8132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Enterprise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Employees query internal wikis, HR manuals, product specs with citations.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91440" cy="22860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8132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Customer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202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Bots answer from verified KB articles — no hallucinations, no made-up refund policies.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36576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91440" cy="22860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50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Healthcare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Clinicians retrieve guidelines from 1000+ PDFs of drug labels and treatment protocols.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840480"/>
            <a:ext cx="36576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840480"/>
            <a:ext cx="91440" cy="22860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950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891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Students ask syllabus, assignment, and textbook questions grounded in course material.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6576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91440" cy="22860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950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Finance / Banking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891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Analysts query RBI / SEBI circulars; auditors verify compliance clauses.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Four-stage Retrieval-Augmented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2377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1.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PDF → Text
Boilerplate removal
~500-token chunks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2606040"/>
            <a:ext cx="283464" cy="457200"/>
          </a:xfrm>
          <a:prstGeom prst="rightArrow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2377440" cy="23774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2. 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BM25 ⊕ Dense
Hybrid fusion
(α = 0.6)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16168" y="2606040"/>
            <a:ext cx="283464" cy="457200"/>
          </a:xfrm>
          <a:prstGeom prst="rightArrow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377440" cy="2377440"/>
          </a:xfrm>
          <a:prstGeom prst="rect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3. Rerank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Cross-encoder
Query–chunk
joint scoring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13648" y="2606040"/>
            <a:ext cx="283464" cy="457200"/>
          </a:xfrm>
          <a:prstGeom prst="rightArrow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645920"/>
            <a:ext cx="2377440" cy="237744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4. 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774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LLM answers
from context
+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10515600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End-to-end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2B"/>
                </a:solidFill>
                <a:latin typeface="Calibri"/>
              </a:rPr>
              <a:t>User question  →  BM25 top-30 + Dense top-30  →  Hybrid fusion  →  Cross-encoder rerank  →  Top-5 chunks  →  Prompt assembly  →  LLM generation with inline citations  →  Grounded answer delivered to 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Retrieval — Hybrid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Lexical precision meets semantic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5029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BM25 (Sparse)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Okapi BM25 over tokenized chunks.
•  Exact-match keyword scoring
•  Strong on acronyms, numbers, section IDs
•  Zero training required
•  Library: rank_bm25
Weakness: misses paraphrases.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91440" cy="50292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898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Dense (Semantic)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2880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sentence-transformers/all-MiniLM-L6-v2.
•  384-dim embeddings
•  Cosine similarity in FAISS-style index
•  Captures paraphrases &amp; synonyms
•  CPU-friendly (22 M params)
Weakness: blurs precise terminology.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91440" cy="502920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898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Hybrid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2880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Convex combination of normalized scores:
S = α · BM25 + (1−α) · Dense
α = 0.6  (tuned on dev set)
•  Min-max normalization per query
•  Best-of-both: keywords + meaning
•  +11% nDCG over dense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Reranker +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Precision at the top, grounded answers at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57784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50292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Cross-Encoder Reranker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Model: cross-encoder/ms-marco-MiniLM-L-6-v2
•  Input: concatenated (query, passage)
•  Output: single relevance score
•  Jointly encodes query + chunk → far more accurate than bi-encoder
•  Applied only on top-30 candidates for efficiency
Impact: boosts Recall@5 from 0.60 → 0.67 (+11%) and MRR@10 from 0.45 → 0.51.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91440" cy="50292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Two interchangeable backends:
1.  Custom Decoder-only Transformer
    •  20 M params · 8 layers · 8 heads · 512-dim
    •  Learned positional embeddings, pre-LN, GELU
    •  Trained from scratch on policy corpus
2.  Qwen2.5-0.5B-Instruct (synthesis)
    •  Used at inference for fluent final answers
    •  Grounded by retrieved context — no open-ended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597 domain QA pairs · Recall@5, MRR@10, nDCG@10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146304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>
                    <a:solidFill>
                      <a:srgbClr val="0B2B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0.6047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0.4460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0.5159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Dense (MiniLM-L6)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0.3635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0.2360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0.2888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Hybrid (α = 0.6)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0.6047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0.4594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F2B"/>
                          </a:solidFill>
                          <a:latin typeface="Calibri"/>
                        </a:rPr>
                        <a:t>0.5178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Hybrid + Rerank</a:t>
                      </a:r>
                    </a:p>
                  </a:txBody>
                  <a:tcPr>
                    <a:solidFill>
                      <a:srgbClr val="E8A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0.6700</a:t>
                      </a:r>
                    </a:p>
                  </a:txBody>
                  <a:tcPr>
                    <a:solidFill>
                      <a:srgbClr val="E8A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0.5118</a:t>
                      </a:r>
                    </a:p>
                  </a:txBody>
                  <a:tcPr>
                    <a:solidFill>
                      <a:srgbClr val="E8A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F2B"/>
                          </a:solidFill>
                          <a:latin typeface="Calibri"/>
                        </a:rPr>
                        <a:t>0.5705</a:t>
                      </a:r>
                    </a:p>
                  </a:txBody>
                  <a:tcPr>
                    <a:solidFill>
                      <a:srgbClr val="E8A82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97280" y="4754880"/>
            <a:ext cx="9966960" cy="15544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754880"/>
            <a:ext cx="91440" cy="155448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864608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303520"/>
            <a:ext cx="9646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Reranking is the single biggest lever: +11% Recall@5 and +14% MRR over hybrid alone. BM25 remains a strong baseline for policy text because citations and section IDs favor exact-match. Dense alone underperforms — but fused with BM25 it adds recovery on paraphrased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Codebase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What each module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23444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FastAPI backend + web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api.py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53619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REST endpoints: /query /upload /sessions /chunks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379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sessions.py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3794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In-memory store for user-uploaded PDFs (LRU, thread-safe)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396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static/index.html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3969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Single-page web UI — ask, upload, view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4144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src/retrieval/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4144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Retrieval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bm25.py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4320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Okapi BM25 baseline retriever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449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dense.py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MiniLM embeddings + cosine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467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hybrid_retriever.py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34670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Convex fusion of BM25 + dense 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4845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reranker.py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4845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Cross-encoder ms-marco reranker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5020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src/llm/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502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Generation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model.py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5196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Custom 20M decoder-only Transformer (PyTorch)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537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tokenizer.py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55371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BPE tokenizer trained from scratch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554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   pretrained_generate.py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85546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Qwen2.5-0.5B-Instruct wrapper for final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5721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src/ingest/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15721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PDF extraction, boilerplate removal, chunking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589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src/eval/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4589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Metric scripts — Recall@k, MRR, nDCG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B4A"/>
                </a:solidFill>
                <a:latin typeface="Consolas"/>
              </a:rPr>
              <a:t>report/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76072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Final report (.md + .docx) and this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Libraries and models powering each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Python 3.12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PyTorch 2.x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77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Transformers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HuggingFace transformers, sentence-transformers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2860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rank_bm25, numpy, scikit-learn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91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FastAPI, Uvicorn, Pydantic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2004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2004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291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HTML5, vanilla JS, CSS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26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MiniLM-L6-v2, ms-marco-MiniLM, Qwen2.5-0.5B-Instruct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1148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1148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PDF Parsing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526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pypdf, custom boilerplate dedupe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292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120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440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Custom Python (Recall@k, MRR, nDCG)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0292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5029200"/>
            <a:ext cx="109728" cy="82296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120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440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python-docx, python-pptx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What the examiner will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57784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91440" cy="50292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Flow — Policy Corpus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1.  Start server: uvicorn app.api:app --port 8000
2.  Open http://127.0.0.1:8000/
3.  Ask: "What are the key provisions of NEP 2020 on multilingual education?"
4.  UI shows:
    •  Grounded answer
    •  Citation chunk IDs
    •  Expandable source snippets
5.  Tune α / top-k / reranker toggle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5029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91440" cy="502920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Flow — Bring-Your-Own-PDF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1.  Click "Upload Your Own PDF" in sidebar
2.  Select any policy / report / paper (≤ 50 MB)
3.  Server ingests + chunks + indexes it in-memory (per-session)
4.  All subsequent queries run against the uploaded doc
5.  Click "Clear Session" to return to the main corpus
→ Demonstrates extensibility beyond the shipped corpus.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What broke, and how I fixed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338560" cy="9144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" cy="91440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B4A"/>
                </a:solidFill>
                <a:latin typeface="Calibri"/>
              </a:rPr>
              <a:t>⚠  Uvicorn hung 20 min on first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→  HuggingFace sent silent network HEAD requests to verify cached models. Set HF_HUB_OFFLINE=1 + TRANSFORMERS_OFFLINE=1 and local_files_only=True.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338560" cy="9144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09728" cy="91440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B4A"/>
                </a:solidFill>
                <a:latin typeface="Calibri"/>
              </a:rPr>
              <a:t>⚠  Dense-only retrieval underperformed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→  Policy text relies on exact section IDs and acronyms. Added BM25 back via hybrid fusion with tuned α = 0.6.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11338560" cy="9144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09728" cy="91440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64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B4A"/>
                </a:solidFill>
                <a:latin typeface="Calibri"/>
              </a:rPr>
              <a:t>⚠  Long PDFs blew the context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→  Built a chunker that respects sentence boundaries + overlap, capped at ~500 tokens, with boilerplate-line deduplication across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1338560" cy="9144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109728" cy="91440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70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B4A"/>
                </a:solidFill>
                <a:latin typeface="Calibri"/>
              </a:rPr>
              <a:t>⚠  First-query latency on cold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→  Added FastAPI lifespan hook that preloads retriever + reranker + LLM before the server accepts traffic.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338560" cy="9144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09728" cy="91440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B4A"/>
                </a:solidFill>
                <a:latin typeface="Calibri"/>
              </a:rPr>
              <a:t>⚠  Hallucinations when context was thin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→  Prompt engineered the generator to refuse when retrieved chunks don't contain the answer — citations are mandatory.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CEA"/>
                </a:solidFill>
                <a:latin typeface="Calibri"/>
              </a:rPr>
              <a:t>Where to take this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14630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Scale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Ingest full Indian policy catalog (10k+ documents) via nightly crawler.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91440" cy="14630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81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Better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Add RAGAS / faithfulness + answer-relevance metrics beyond retrieval.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0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91440" cy="14630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27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Multi-lingual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Extend to Hindi and regional languages using multilingual MiniLM.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17520"/>
            <a:ext cx="548640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91440" cy="14630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127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Streaming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Token-by-token answer streaming via Server-Sent Events.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548640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91440" cy="14630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7316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Finetuning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1208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LoRA-tune the generator on policy QA pairs for domain style.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663440"/>
            <a:ext cx="548640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663440"/>
            <a:ext cx="91440" cy="1463040"/>
          </a:xfrm>
          <a:prstGeom prst="rect">
            <a:avLst/>
          </a:prstGeom>
          <a:solidFill>
            <a:srgbClr val="1F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77316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Vector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21208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2B"/>
                </a:solidFill>
                <a:latin typeface="Calibri"/>
              </a:rPr>
              <a:t>Swap NumPy index for FAISS / Qdrant to scale past 1M chunks.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Krish Saini · 230708 · BML Munjal University · NLP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8A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A82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Krish Saini  ·  230708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FDCEA"/>
                </a:solidFill>
                <a:latin typeface="Calibri"/>
              </a:rPr>
              <a:t>Mentor: Dr. Atul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FDCEA"/>
                </a:solidFill>
                <a:latin typeface="Calibri"/>
              </a:rPr>
              <a:t>BML Munjal University · NLP Project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FB4CA"/>
                </a:solidFill>
                <a:latin typeface="Calibri"/>
              </a:rPr>
              <a:t>Code: github · Demo: localhost:8000 · Report: NLP_Project_Report.docx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